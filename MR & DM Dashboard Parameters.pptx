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5638651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325" y="1181248"/>
            <a:ext cx="36512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98506" y="2705248"/>
            <a:ext cx="15949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A5FA"/>
                </a:solidFill>
                <a:latin typeface="+mj-lt"/>
              </a:rPr>
              <a:t>STRATEGIC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3048148"/>
            <a:ext cx="11251406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+mj-lt"/>
              </a:rPr>
              <a:t>MR &amp; DM Dashboard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617690"/>
            <a:ext cx="7143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+mj-lt"/>
              </a:rPr>
              <a:t>Standardized evaluation metrics, performance classifications, and targeted KPI gap thresholds.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05000" y="2099220"/>
            <a:ext cx="4080420" cy="45720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905000" y="2708820"/>
            <a:ext cx="679995" cy="45720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05000" y="3318420"/>
            <a:ext cx="679995" cy="45720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05000" y="3928020"/>
            <a:ext cx="339923" cy="457200"/>
          </a:xfrm>
          <a:prstGeom prst="roundRect">
            <a:avLst>
              <a:gd name="adj" fmla="val 1120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05000" y="4537620"/>
            <a:ext cx="339923" cy="457200"/>
          </a:xfrm>
          <a:prstGeom prst="roundRect">
            <a:avLst>
              <a:gd name="adj" fmla="val 11208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05000" y="5147220"/>
            <a:ext cx="339923" cy="457200"/>
          </a:xfrm>
          <a:prstGeom prst="roundRect">
            <a:avLst>
              <a:gd name="adj" fmla="val 11208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05000" y="5756820"/>
            <a:ext cx="339923" cy="457200"/>
          </a:xfrm>
          <a:prstGeom prst="roundRect">
            <a:avLst>
              <a:gd name="adj" fmla="val 1120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49" y="609600"/>
            <a:ext cx="191765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49" y="723900"/>
            <a:ext cx="14604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2050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+mj-lt"/>
              </a:rPr>
              <a:t>DASHBOARD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"/>
            <a:ext cx="5276124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+mj-lt"/>
              </a:rPr>
              <a:t>Performance Score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431" y="2227808"/>
            <a:ext cx="85516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235487"/>
            <a:ext cx="387087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+mj-lt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579" y="2837408"/>
            <a:ext cx="54502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845087"/>
            <a:ext cx="4704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+mj-lt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293" y="3447008"/>
            <a:ext cx="60830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454687"/>
            <a:ext cx="4704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+mj-lt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510" y="4056608"/>
            <a:ext cx="65909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71954"/>
            <a:ext cx="13037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+mj-lt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419" y="4666208"/>
            <a:ext cx="52418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81554"/>
            <a:ext cx="13037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+mj-lt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683" y="5275808"/>
            <a:ext cx="86991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191154"/>
            <a:ext cx="13037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+mj-lt"/>
              </a:rPr>
              <a:t>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178" y="5885408"/>
            <a:ext cx="65242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+mj-lt"/>
              </a:rPr>
              <a:t>Coaching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800754"/>
            <a:ext cx="13037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+mj-lt"/>
              </a:rP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1975" y="3599412"/>
            <a:ext cx="223913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+mj-lt"/>
              </a:rPr>
              <a:t>Dynamic Normalization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1975" y="3951837"/>
            <a:ext cx="349567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+mj-lt"/>
              </a:rPr>
              <a:t>Weights re-balance automatically when dimension data is missing.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61170"/>
            <a:ext cx="1701849" cy="1304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63849" y="2461170"/>
            <a:ext cx="1701849" cy="1304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18099" y="2461170"/>
            <a:ext cx="1701849" cy="1304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72348" y="2461170"/>
            <a:ext cx="1701849" cy="1304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26598" y="2461170"/>
            <a:ext cx="1701849" cy="1304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80848" y="2461170"/>
            <a:ext cx="1701849" cy="1304925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461170"/>
            <a:ext cx="1701849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3849" y="2461170"/>
            <a:ext cx="1701849" cy="57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8099" y="2461170"/>
            <a:ext cx="1701849" cy="571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348" y="2461170"/>
            <a:ext cx="1701849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6598" y="2461170"/>
            <a:ext cx="1701849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80848" y="2461170"/>
            <a:ext cx="1701849" cy="571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49" y="609600"/>
            <a:ext cx="1917650" cy="685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49" y="723900"/>
            <a:ext cx="14604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1683990"/>
            <a:ext cx="5922775" cy="3013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64748B"/>
                </a:solidFill>
              </a:rPr>
              <a:t>Categorization strictly bound by Total Achievement Percentage.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0610" y="4223295"/>
            <a:ext cx="449078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1" u="none">
                <a:solidFill>
                  <a:srgbClr val="64748B"/>
                </a:solidFill>
              </a:rPr>
              <a:t>* Missing Total Ach.% yields an "Insufficient Data" classification.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09600"/>
            <a:ext cx="14337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</a:rPr>
              <a:t>EVALUATION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52500"/>
            <a:ext cx="5263685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</a:rPr>
              <a:t>Performance Classifications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746920"/>
            <a:ext cx="83061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F4444"/>
                </a:solidFill>
              </a:rPr>
              <a:t>Critical 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061245"/>
            <a:ext cx="7486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69.5%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49" y="2746920"/>
            <a:ext cx="106343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Low Performer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2449" y="3061245"/>
            <a:ext cx="7486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79.5%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6699" y="2746920"/>
            <a:ext cx="86004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Needs Impr.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6699" y="3061245"/>
            <a:ext cx="7486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89.5%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948" y="2746920"/>
            <a:ext cx="44717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</a:rPr>
              <a:t>Stable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48" y="3061245"/>
            <a:ext cx="7486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99.5%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5198" y="2746920"/>
            <a:ext cx="3895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Good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198" y="3061245"/>
            <a:ext cx="8656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109.5%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9448" y="2746920"/>
            <a:ext cx="1406894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</a:rPr>
              <a:t>High Performer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9448" y="3261270"/>
            <a:ext cx="8656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≥ 109.5%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12590"/>
            <a:ext cx="7112049" cy="8382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903190"/>
            <a:ext cx="7112049" cy="838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893790"/>
            <a:ext cx="7112049" cy="838200"/>
          </a:xfrm>
          <a:prstGeom prst="rect">
            <a:avLst/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884390"/>
            <a:ext cx="7112049" cy="838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26449" y="2470695"/>
            <a:ext cx="3555950" cy="3219450"/>
          </a:xfrm>
          <a:prstGeom prst="roundRect">
            <a:avLst>
              <a:gd name="adj" fmla="val 236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912590"/>
            <a:ext cx="38100" cy="838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903190"/>
            <a:ext cx="38100" cy="838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893790"/>
            <a:ext cx="38100" cy="8382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884390"/>
            <a:ext cx="38100" cy="838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49" y="609600"/>
            <a:ext cx="191765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49" y="723900"/>
            <a:ext cx="14604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037" y="2851695"/>
            <a:ext cx="428625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03848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</a:rPr>
              <a:t>ACTION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52500"/>
            <a:ext cx="4967835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</a:rPr>
              <a:t>Priority Levels &amp;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103090"/>
            <a:ext cx="704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093690"/>
            <a:ext cx="704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084290"/>
            <a:ext cx="704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074890"/>
            <a:ext cx="704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</a:rPr>
              <a:t>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0324" y="3385095"/>
            <a:ext cx="208819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</a:rPr>
              <a:t>High Potential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8205" y="3861345"/>
            <a:ext cx="3492437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</a:rPr>
              <a:t>Total Ach.% between </a:t>
            </a:r>
            <a:r>
              <a:rPr sz="1350" b="1" i="0" u="none">
                <a:solidFill>
                  <a:srgbClr val="0F172A"/>
                </a:solidFill>
              </a:rPr>
              <a:t>79.5% and 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6715" y="4604295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B82F6"/>
                </a:solidFill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022" y="5109120"/>
            <a:ext cx="12488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</a:rPr>
              <a:t>At least </a:t>
            </a:r>
            <a:r>
              <a:rPr sz="1350" b="1" i="0" u="none">
                <a:solidFill>
                  <a:srgbClr val="0F172A"/>
                </a:solidFill>
              </a:rPr>
              <a:t>1 KPI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2103090"/>
            <a:ext cx="18989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Immediate Intervention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800" y="2369790"/>
            <a:ext cx="27083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</a:rPr>
              <a:t>Total Ach.% &lt; 69.5% AND at least 1 KPI gap.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7800" y="3093690"/>
            <a:ext cx="100187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High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7800" y="3360390"/>
            <a:ext cx="24398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</a:rPr>
              <a:t>Total Ach.% &lt; 79.5% (if not already P1).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800" y="4084290"/>
            <a:ext cx="107747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4350990"/>
            <a:ext cx="21298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</a:rPr>
              <a:t>At least 1 KPI gap (if not P1 or P2).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5074890"/>
            <a:ext cx="6601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7800" y="5341590"/>
            <a:ext cx="28839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</a:rPr>
              <a:t>No higher-priority rules apply, or missing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813845"/>
            <a:ext cx="3505200" cy="10096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48138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77200" y="48138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813845"/>
            <a:ext cx="38100" cy="1009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48138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48138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49" y="609600"/>
            <a:ext cx="1917650" cy="685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49" y="723900"/>
            <a:ext cx="146045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609600"/>
            <a:ext cx="128945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</a:rPr>
              <a:t>DISTRICT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952500"/>
            <a:ext cx="3853684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</a:rPr>
              <a:t>DM Gap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2565945"/>
            <a:ext cx="123989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PM Call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84217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100" y="2565945"/>
            <a:ext cx="16333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AM PHD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100" y="284217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2565945"/>
            <a:ext cx="121501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GL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284217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3804195"/>
            <a:ext cx="176965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Frequency Coverage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408042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0100" y="3804195"/>
            <a:ext cx="95987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Class A%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100" y="408042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900" y="3804195"/>
            <a:ext cx="97943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High Class C%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900" y="408042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&gt;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5042445"/>
            <a:ext cx="12582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</a:rPr>
              <a:t>Low ROI (Inverse)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5318670"/>
            <a:ext cx="4536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F1D1D"/>
                </a:solidFill>
              </a:rPr>
              <a:t>&gt; 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0100" y="5042445"/>
            <a:ext cx="15690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Coaching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0100" y="5318670"/>
            <a:ext cx="120173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207 Halves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3900" y="5042445"/>
            <a:ext cx="112607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Master File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3900" y="5318670"/>
            <a:ext cx="2853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&gt;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23373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57559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8138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4813845"/>
            <a:ext cx="3505200" cy="1009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77200" y="4813845"/>
            <a:ext cx="3505200" cy="10096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23373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357559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8138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4813845"/>
            <a:ext cx="38100" cy="1009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4813845"/>
            <a:ext cx="38100" cy="1009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49" y="609600"/>
            <a:ext cx="1917650" cy="685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49" y="723900"/>
            <a:ext cx="146045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609600"/>
            <a:ext cx="17088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</a:rPr>
              <a:t>MEDICAL REPRESENTATIVE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952500"/>
            <a:ext cx="3821624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</a:rPr>
              <a:t>MR Gap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2565945"/>
            <a:ext cx="13998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Working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842170"/>
            <a:ext cx="90127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7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100" y="2565945"/>
            <a:ext cx="143879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Weak AM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100" y="2842170"/>
            <a:ext cx="104355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90% Ach.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2565945"/>
            <a:ext cx="14259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Weak PM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2842170"/>
            <a:ext cx="104355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90% 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3804195"/>
            <a:ext cx="123989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PM Call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408042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0100" y="3804195"/>
            <a:ext cx="176965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Frequency Coverage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100" y="408042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900" y="3804195"/>
            <a:ext cx="112607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Master File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900" y="4080420"/>
            <a:ext cx="2853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&gt;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5042445"/>
            <a:ext cx="95987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Low Class A%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531867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&lt;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0100" y="5042445"/>
            <a:ext cx="97943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High Class C%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0100" y="5318670"/>
            <a:ext cx="5706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</a:rPr>
              <a:t>&gt; 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3900" y="5042445"/>
            <a:ext cx="116948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</a:rPr>
              <a:t>Low ROI (Direct)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3900" y="5318670"/>
            <a:ext cx="4536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F1D1D"/>
                </a:solidFill>
              </a:rPr>
              <a:t>&lt; 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120" y="1729829"/>
            <a:ext cx="4259758" cy="133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36598" y="3672929"/>
            <a:ext cx="6318653" cy="589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</a:rPr>
              <a:t>Data-Driven Field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488209"/>
            <a:ext cx="7143750" cy="30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</a:rPr>
              <a:t>Empowering strategic oversight through precise gap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333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nx10391</cp:lastModifiedBy>
  <cp:revision>3</cp:revision>
  <dcterms:created xsi:type="dcterms:W3CDTF">2013-01-27T09:14:16Z</dcterms:created>
  <dcterms:modified xsi:type="dcterms:W3CDTF">2026-10-21T08:56:47Z</dcterms:modified>
  <cp:category/>
</cp:coreProperties>
</file>